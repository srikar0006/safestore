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13e2e408a74253" /><Relationship Type="http://schemas.openxmlformats.org/officeDocument/2006/relationships/extended-properties" Target="/docProps/app.xml" Id="R8c8aa0f3e1c44da7" /><Relationship Type="http://schemas.openxmlformats.org/officeDocument/2006/relationships/officeDocument" Target="/ppt/presentation.xml" Id="Raaba3aa80cdd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5eb66ca6d44754"/>
  </p:sldMasterIdLst>
  <p:notesMasterIdLst>
    <p:notesMasterId xmlns:r="http://schemas.openxmlformats.org/officeDocument/2006/relationships" r:id="Rd54dd7bc451b488e"/>
  </p:notesMasterIdLst>
  <p:sldIdLst>
    <p:sldId xmlns:r="http://schemas.openxmlformats.org/officeDocument/2006/relationships" id="256" r:id="R37838e40cebd4edd"/>
    <p:sldId xmlns:r="http://schemas.openxmlformats.org/officeDocument/2006/relationships" id="257" r:id="R9d7a59b8e1854125"/>
    <p:sldId xmlns:r="http://schemas.openxmlformats.org/officeDocument/2006/relationships" id="258" r:id="Rc417bd8ac0324085"/>
    <p:sldId xmlns:r="http://schemas.openxmlformats.org/officeDocument/2006/relationships" id="259" r:id="Radf66b117ed440ab"/>
    <p:sldId xmlns:r="http://schemas.openxmlformats.org/officeDocument/2006/relationships" id="260" r:id="Rd51e90b523d34fb5"/>
    <p:sldId xmlns:r="http://schemas.openxmlformats.org/officeDocument/2006/relationships" id="261" r:id="R2292744829404baa"/>
    <p:sldId xmlns:r="http://schemas.openxmlformats.org/officeDocument/2006/relationships" id="262" r:id="R700a0019609d4aae"/>
    <p:sldId xmlns:r="http://schemas.openxmlformats.org/officeDocument/2006/relationships" id="263" r:id="Re96218ac82424a94"/>
    <p:sldId xmlns:r="http://schemas.openxmlformats.org/officeDocument/2006/relationships" id="264" r:id="Rdc74b308265c43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db0efc8a004469" /><Relationship Type="http://schemas.openxmlformats.org/officeDocument/2006/relationships/slideMaster" Target="/ppt/slideMasters/slideMaster1.xml" Id="R165eb66ca6d44754" /><Relationship Type="http://schemas.openxmlformats.org/officeDocument/2006/relationships/notesMaster" Target="/ppt/notesMasters/notesMaster1.xml" Id="Rd54dd7bc451b488e" /><Relationship Type="http://schemas.openxmlformats.org/officeDocument/2006/relationships/presProps" Target="/ppt/presProps.xml" Id="R393ed4dd15634444" /><Relationship Type="http://schemas.openxmlformats.org/officeDocument/2006/relationships/tableStyles" Target="/ppt/tableStyles.xml" Id="R5d6ba4f089c24bfa" /><Relationship Type="http://schemas.openxmlformats.org/officeDocument/2006/relationships/slide" Target="/ppt/slides/slide1.xml" Id="R37838e40cebd4edd" /><Relationship Type="http://schemas.openxmlformats.org/officeDocument/2006/relationships/slide" Target="/ppt/slides/slide2.xml" Id="R9d7a59b8e1854125" /><Relationship Type="http://schemas.openxmlformats.org/officeDocument/2006/relationships/slide" Target="/ppt/slides/slide3.xml" Id="Rc417bd8ac0324085" /><Relationship Type="http://schemas.openxmlformats.org/officeDocument/2006/relationships/slide" Target="/ppt/slides/slide4.xml" Id="Radf66b117ed440ab" /><Relationship Type="http://schemas.openxmlformats.org/officeDocument/2006/relationships/slide" Target="/ppt/slides/slide5.xml" Id="Rd51e90b523d34fb5" /><Relationship Type="http://schemas.openxmlformats.org/officeDocument/2006/relationships/slide" Target="/ppt/slides/slide6.xml" Id="R2292744829404baa" /><Relationship Type="http://schemas.openxmlformats.org/officeDocument/2006/relationships/slide" Target="/ppt/slides/slide7.xml" Id="R700a0019609d4aae" /><Relationship Type="http://schemas.openxmlformats.org/officeDocument/2006/relationships/slide" Target="/ppt/slides/slide8.xml" Id="Re96218ac82424a94" /><Relationship Type="http://schemas.openxmlformats.org/officeDocument/2006/relationships/slide" Target="/ppt/slides/slide9.xml" Id="Rdc74b308265c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9ad5449449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59f5b8e4e49d3" /><Relationship Type="http://schemas.openxmlformats.org/officeDocument/2006/relationships/notesMaster" Target="/ppt/notesMasters/notesMaster1.xml" Id="R0ab36cec2119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34878a7dfd48d8" /><Relationship Type="http://schemas.openxmlformats.org/officeDocument/2006/relationships/notesMaster" Target="/ppt/notesMasters/notesMaster1.xml" Id="R8e209a0211cb42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e9cabd6e54af3" /><Relationship Type="http://schemas.openxmlformats.org/officeDocument/2006/relationships/notesMaster" Target="/ppt/notesMasters/notesMaster1.xml" Id="Rc5a25132dc93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2b88d63b9a4961" /><Relationship Type="http://schemas.openxmlformats.org/officeDocument/2006/relationships/notesMaster" Target="/ppt/notesMasters/notesMaster1.xml" Id="Rcfcead7ca7344a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175b1d2f24188" /><Relationship Type="http://schemas.openxmlformats.org/officeDocument/2006/relationships/notesMaster" Target="/ppt/notesMasters/notesMaster1.xml" Id="Rf28bc1f59d0a46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f364f6e2e441d" /><Relationship Type="http://schemas.openxmlformats.org/officeDocument/2006/relationships/notesMaster" Target="/ppt/notesMasters/notesMaster1.xml" Id="Rf2e97e5eac61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80a54fa3c448c" /><Relationship Type="http://schemas.openxmlformats.org/officeDocument/2006/relationships/notesMaster" Target="/ppt/notesMasters/notesMaster1.xml" Id="Rac97ca2513ee46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2ebf26651d416e" /><Relationship Type="http://schemas.openxmlformats.org/officeDocument/2006/relationships/notesMaster" Target="/ppt/notesMasters/notesMaster1.xml" Id="R7da87dd36bf140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d28489f3f4172" /><Relationship Type="http://schemas.openxmlformats.org/officeDocument/2006/relationships/notesMaster" Target="/ppt/notesMasters/notesMaster1.xml" Id="R2f6b631c1ed2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</a:t>
            </a:r>
          </a:p>
          <a:p xmlns:a="http://schemas.openxmlformats.org/drawingml/2006/main">
            <a:r>
              <a:t>Cover is an AI-generated conceptual vault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Names and student identifiers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</a:t>
            </a:r>
          </a:p>
          <a:p xmlns:a="http://schemas.openxmlformats.org/drawingml/2006/main">
            <a:r>
              <a:t>Background and conceptual illustrations: built-in imagegen. Prompts: midnight navy background with gold and teal edge filaments; gold folder with timestamp clock; gold padlock with teal archive 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</a:t>
            </a:r>
          </a:p>
          <a:p xmlns:a="http://schemas.openxmlformats.org/drawingml/2006/main">
            <a:r>
              <a:t>Background and conceptual illustrations: built-in imagegen. Prompts: midnight navy background with gold and teal edge filaments; gold folder with timestamp clock; gold padlock with teal archive 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and src/compress.c, src/encrypt.c at https://github.com/srikar0006/safestore/tree/main/src</a:t>
            </a:r>
          </a:p>
          <a:p xmlns:a="http://schemas.openxmlformats.org/drawingml/2006/main">
            <a:r>
              <a:t>Each archive contains the source basename. Compression and encryption are optional and may be combined.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</a:t>
            </a:r>
          </a:p>
          <a:p xmlns:a="http://schemas.openxmlformats.org/drawingml/2006/main">
            <a:r>
              <a:t>Background and conceptual illustrations: built-in imagegen. Prompts: midnight navy background with gold and teal edge filaments; gold folder with timestamp clock; gold padlock with teal archive 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</a:t>
            </a:r>
          </a:p>
          <a:p xmlns:a="http://schemas.openxmlformats.org/drawingml/2006/main">
            <a:r>
              <a:t>Background and conceptual illustrations: built-in imagegen. Prompts: midnight navy background with gold and teal edge filaments; gold folder with timestamp clock; gold padlock with teal archive 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</a:t>
            </a:r>
          </a:p>
          <a:p xmlns:a="http://schemas.openxmlformats.org/drawingml/2006/main">
            <a:r>
              <a:t>Background and conceptual illustrations: built-in imagegen. Prompts: midnight navy background with gold and teal edge filaments; gold folder with timestamp clock; gold padlock with teal archive 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https://github.com/srikar0006/safestore/blob/main/readme.md#troubleshooting-and-verification</a:t>
            </a:r>
          </a:p>
          <a:p xmlns:a="http://schemas.openxmlformats.org/drawingml/2006/main">
            <a:r>
              <a:t>The README recommends preserving current data separately before restoring. Build checks include ensuring cc and make are installed.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c9c4ab6c0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17c67c0cc4491" /><Relationship Type="http://schemas.openxmlformats.org/officeDocument/2006/relationships/slideLayout" Target="/ppt/slideLayouts/slideLayout1.xml" Id="Rc4ceb3a4c569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eb3a4c569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0d389f4d64648" /><Relationship Type="http://schemas.openxmlformats.org/officeDocument/2006/relationships/image" Target="/ppt/media/image.png" Id="R6ca70887c8f24efb" /><Relationship Type="http://schemas.openxmlformats.org/officeDocument/2006/relationships/notesSlide" Target="/ppt/notesSlides/notesSlide1.xml" Id="R1cf0b415888d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6f7827e1f4304" /><Relationship Type="http://schemas.openxmlformats.org/officeDocument/2006/relationships/image" Target="/ppt/media/image2.png" Id="Re8bb933280fb4cb8" /><Relationship Type="http://schemas.openxmlformats.org/officeDocument/2006/relationships/notesSlide" Target="/ppt/notesSlides/notesSlide2.xml" Id="R33c17caeb40f4af0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7f9158373dc41f8" /><Relationship Type="http://schemas.openxmlformats.org/officeDocument/2006/relationships/image" Target="../media/image2.png" Id="R8dc1d19d21a04319" /><Relationship Type="http://schemas.openxmlformats.org/officeDocument/2006/relationships/image" Target="/ppt/media/image4.png" Id="R8ac51cffc7994c78" /><Relationship Type="http://schemas.openxmlformats.org/officeDocument/2006/relationships/notesSlide" Target="/ppt/notesSlides/notesSlide3.xml" Id="Rba391e851b794fb6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065a0f3b76d49f0" /><Relationship Type="http://schemas.openxmlformats.org/officeDocument/2006/relationships/image" Target="../media/image2.png" Id="R40904e9f3e1c4f6c" /><Relationship Type="http://schemas.openxmlformats.org/officeDocument/2006/relationships/notesSlide" Target="/ppt/notesSlides/notesSlide4.xml" Id="R72c6079d3d4c49f3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bafc68e5f7a4c57" /><Relationship Type="http://schemas.openxmlformats.org/officeDocument/2006/relationships/image" Target="../media/image2.png" Id="Re7398f5fa1eb4c4b" /><Relationship Type="http://schemas.openxmlformats.org/officeDocument/2006/relationships/notesSlide" Target="/ppt/notesSlides/notesSlide5.xml" Id="R22f722e49df6420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067e8e53d5b421d" /><Relationship Type="http://schemas.openxmlformats.org/officeDocument/2006/relationships/image" Target="../media/image2.png" Id="R66687db30a2b4bfa" /><Relationship Type="http://schemas.openxmlformats.org/officeDocument/2006/relationships/notesSlide" Target="/ppt/notesSlides/notesSlide6.xml" Id="R553ee867c96b4dcb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c5f89a77e9a4816" /><Relationship Type="http://schemas.openxmlformats.org/officeDocument/2006/relationships/image" Target="../media/image2.png" Id="R502638f156554801" /><Relationship Type="http://schemas.openxmlformats.org/officeDocument/2006/relationships/notesSlide" Target="/ppt/notesSlides/notesSlide7.xml" Id="R2817dfc325a44838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400338e03241f7" /><Relationship Type="http://schemas.openxmlformats.org/officeDocument/2006/relationships/image" Target="../media/image2.png" Id="R0f4f65ca82264c02" /><Relationship Type="http://schemas.openxmlformats.org/officeDocument/2006/relationships/notesSlide" Target="/ppt/notesSlides/notesSlide8.xml" Id="Rf951ff27aeef423f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e23b4ead3064968" /><Relationship Type="http://schemas.openxmlformats.org/officeDocument/2006/relationships/image" Target="../media/image2.png" Id="Rda920273b5124b72" /><Relationship Type="http://schemas.openxmlformats.org/officeDocument/2006/relationships/notesSlide" Target="/ppt/notesSlides/notesSlide9.xml" Id="R3347dceee62d49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70887c8f24e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E37F3-A5A4-44F7-987E-0239E32E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95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615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SafeStore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C9320-8A5C-4518-9D28-708202F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Local backup and restore in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BC104-0BD8-4545-BBC6-21275F1C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75DB2-D65B-45EF-928C-29E5C90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N Srikar and team</a:t>
            </a:r>
          </a:p>
        </p:txBody>
      </p:sp>
    </p:spTree>
    <p:extLst>
      <p:ext uri="{BB962C8B-B14F-4D97-AF65-F5344CB8AC3E}">
        <p14:creationId xmlns:p14="http://schemas.microsoft.com/office/powerpoint/2010/main" val="29577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b933280fb4c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F4BB-C473-493B-B890-61FBBA9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Project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BBA8-C0BC-40F4-82F4-B39F836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51F65-5FC6-4CC4-8018-CFC1DC1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6B481"/>
                </a:solidFill>
                <a:latin typeface="Noto Serif"/>
                <a:ea typeface="Noto Serif"/>
                <a:cs typeface="Noto Serif"/>
              </a:defRPr>
            </a:pPr>
            <a:r>
              <a:rPr sz="2925" b="0">
                <a:solidFill>
                  <a:srgbClr val="D6B481"/>
                </a:solidFill>
                <a:latin typeface="Noto Serif"/>
                <a:ea typeface="Noto Serif"/>
                <a:cs typeface="Noto Serif"/>
              </a:rPr>
              <a:t>The team behind SafeStore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59A3-DDD0-4505-A31D-E7B4733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670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2510030006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2EF67-5755-4628-AF36-00913169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6702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N Srikar (Team Lead)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C4E9D-8511-4076-8BD1-2E0BF55C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04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2510030147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C889B-5AB7-45FB-8593-8242AA0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U Yogendra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ACDB0-CB3B-48E7-BEED-33FFEAA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338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2510030008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5CDEB-F51F-4BFE-A44D-3976E21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G Pranav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B10D4-F7D1-4755-B04F-860F728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2510030052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C1162-FB08-441D-87F0-5A318DD0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Suleman Khan</a:t>
            </a:r>
          </a:p>
        </p:txBody>
      </p:sp>
    </p:spTree>
    <p:extLst>
      <p:ext uri="{BB962C8B-B14F-4D97-AF65-F5344CB8AC3E}">
        <p14:creationId xmlns:p14="http://schemas.microsoft.com/office/powerpoint/2010/main" val="99268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1d19d21a043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201AD-CC09-4B7E-BD09-FF19D16E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Overview and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98F0E-128E-4B45-B8A8-5D6EE22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51cffc799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1571625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549E0-0600-480B-99B5-4C03383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8334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D6B481"/>
                </a:solidFill>
                <a:latin typeface="Noto Serif"/>
                <a:ea typeface="Noto Serif"/>
                <a:cs typeface="Noto Serif"/>
              </a:defRPr>
            </a:pPr>
            <a:r>
              <a:rPr sz="2475" b="0">
                <a:solidFill>
                  <a:srgbClr val="D6B481"/>
                </a:solidFill>
                <a:latin typeface="Noto Serif"/>
                <a:ea typeface="Noto Serif"/>
                <a:cs typeface="Noto Serif"/>
              </a:rPr>
              <a:t>Local file and directory snapshots in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5EC41-9451-4AFF-82E7-FC2A155F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90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SafeStore creates timestamped backups, groups their history by source path and offers interactive snapshot recovery. Optional compression and encryption change how each snapshot is stored.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A5311-84B8-4E1D-AF5C-8C066EB1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Command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8FCD5-8E95-4F8D-9029-CB4DEA0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52437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-b / --backup &lt;file_or_folder&gt;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-c / --compress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-e / --encrypt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-l / --list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-r / --restore &lt;file_or_folder&gt;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3C799-A911-4CE2-B7A4-1532A63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Example usage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F209-7B17-4EB9-A57E-8DC911F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49530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./safestore --backup ./notes.txt</a:t>
            </a:r>
          </a:p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./safestore --backup ./documents</a:t>
            </a:r>
          </a:p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--compress --encrypt</a:t>
            </a:r>
          </a:p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./safestore --list</a:t>
            </a:r>
          </a:p>
          <a:p xmlns:a="http://schemas.openxmlformats.org/drawingml/2006/main">
            <a:pPr>
              <a:def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./safestore --restore /absolute/path/notes.txt</a:t>
            </a:r>
          </a:p>
        </p:txBody>
      </p:sp>
    </p:spTree>
    <p:extLst>
      <p:ext uri="{BB962C8B-B14F-4D97-AF65-F5344CB8AC3E}">
        <p14:creationId xmlns:p14="http://schemas.microsoft.com/office/powerpoint/2010/main" val="1164324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04e9f3e1c4f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1970C-3672-4BBF-BD45-8559729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Backup workflow and local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93C41-5BEB-4FE9-A0B9-98BD22F5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EF51A-6245-4BDB-A66B-DFA247AE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How a backup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C9A15-C40F-41B7-97D6-EB8FBC5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1. Resolve the existing source to an absolute path.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2. Compute its SHA-1 path identifier.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3. Create a timestamped snapshot folder.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4. Recursively copy the source or create an archive.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5. Append a CSV history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C699-B009-4AC4-931E-3A830EB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478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Store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46D08-3F1A-4655-9E17-0E43FBB1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~/.local/share/safestore/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file.csv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Backup/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  &lt;SHA-1 of absolute source path&gt;/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    &lt;YYYYMMDD-HHMMSS&gt;/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      &lt;source copy or archive&gt;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0098-0B19-485B-90A9-0DE09589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Timestamps and identifiers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1EF9E-4739-4E14-8832-7DAE9E7C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Local timestamps have one-second precision. SHA-1 identifies the source path with 40 hexadecimal characters.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6E360-5787-48B5-A904-38DA31A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History and temporary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8971C-0988-4F52-AA11-3F80C4B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434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CSV fields: timestamp,path,hash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Log time: YYYY-MM-DD HH:MM:SS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Temporary archives use /tmp and are removed after successful operations.</a:t>
            </a:r>
          </a:p>
        </p:txBody>
      </p:sp>
    </p:spTree>
    <p:extLst>
      <p:ext uri="{BB962C8B-B14F-4D97-AF65-F5344CB8AC3E}">
        <p14:creationId xmlns:p14="http://schemas.microsoft.com/office/powerpoint/2010/main" val="2011760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98f5fa1eb4c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9027E-0978-4C64-B209-2B2E922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Storage formats and encryption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3743D-461E-46DB-9B84-9714148C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C030E-028C-47F3-B45C-2123ECFD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Four snapshot formats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A217-4731-4A8B-A9D2-14A93A5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500062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Plain: recursive source copy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Compressed: &lt;basename&gt;.tar.lz4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Encrypted: &lt;basename&gt;.tar.enc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Both: &lt;basename&gt;.tar.lz4.enc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tar packages the source basename. LZ4 compresses the archive before encryption when both options are selected.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DEC93-CE9F-4084-AACB-0E46A63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Encryption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AC2D8-CFC5-4863-B6C6-35B5CFA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OpenSSL uses AES-256-CBC with PBKDF2 and a salt.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Backup requires a nonempty password and matching confirmation. Terminal input echo is disabled during password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Encrypted restore asks once for the snapshot password.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5CAC-B7CB-46E5-9D54-2E11F233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Compression and cryptography run through command-line utilities.</a:t>
            </a:r>
          </a:p>
        </p:txBody>
      </p:sp>
    </p:spTree>
    <p:extLst>
      <p:ext uri="{BB962C8B-B14F-4D97-AF65-F5344CB8AC3E}">
        <p14:creationId xmlns:p14="http://schemas.microsoft.com/office/powerpoint/2010/main" val="844788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87db30a2b4bf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1791C-83BD-40F6-9E3E-6875406E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History and interactive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A2DC-9589-4465-90F6-93AAC5A9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15969-2D30-4B59-AFB3-2AB8B2B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Backup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E151D-ACD0-4FFB-9179-70AB7A9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--list reads file.csv and groups entries by original absolute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Every entry displays the timestamp and path identifier. If the history file cannot be opened, SafeStore prints “No backups yet.”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Copy the recorded absolute path when preparing to restore.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46AF8-1CC0-4DA0-B7DB-031C247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Snapshot 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1425A-0DB1-419F-93C6-577C4823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Restore discovers timestamp directories directly. fzf shows newer backups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Select a timestamp and press Enter. Cancel to leave the target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SafeStore detects the format by filename, then copies or extracts to the original location, replacing the target. Deleted sources can be recovered using the exact original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97BD6-2AB6-424B-A726-1A097DB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Encrypted recovery decrypts the selected archive before extraction.</a:t>
            </a:r>
          </a:p>
        </p:txBody>
      </p:sp>
    </p:spTree>
    <p:extLst>
      <p:ext uri="{BB962C8B-B14F-4D97-AF65-F5344CB8AC3E}">
        <p14:creationId xmlns:p14="http://schemas.microsoft.com/office/powerpoint/2010/main" val="322833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638f1565548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B2130-8860-4BE9-94B2-518BFE74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Build and runtime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DE332-3AB3-4529-964C-AE550169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DBB31-EA9B-41C6-B520-9005F11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Build and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8D232-A654-460B-83C0-A51B4BE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Use Linux or a compatible Unix environment with a C compiler and Make.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make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./safestore --list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The Makefile compiles eight C files with cc -Wall -Wextra -O2 and produces ./safestore.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C95F7-88B3-4EBB-BEA1-AAEC1E5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Runtime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B3D9E-8945-43E1-820A-F6E9963A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Basic backup: date, sha1sum, cp, mv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Restore: fzf, rm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Archives: tar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Compression: lz4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Encryption: openssl with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  enc -aes-256-cbc -pbkdf2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Utilities must be on PATH. HOME locates the backup store.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F6018-6CF9-4A43-B198-55CFE572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Clean and rebuild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03F94-267D-44A7-AEBE-4146B13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make clean removes the executable and object files. Run make again to rebuild.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6D43C-BBE6-4C76-BF69-E9081E3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48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Operating 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E4C6-013A-48D7-84AE-C52E4DC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149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POSIX APIs and GNU-style tools. Allow space for snapshots and /tmp archives.</a:t>
            </a:r>
          </a:p>
        </p:txBody>
      </p:sp>
    </p:spTree>
    <p:extLst>
      <p:ext uri="{BB962C8B-B14F-4D97-AF65-F5344CB8AC3E}">
        <p14:creationId xmlns:p14="http://schemas.microsoft.com/office/powerpoint/2010/main" val="267069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f65ca82264c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3962A-0D03-461D-BF36-8222700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Source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9299-11C2-4684-A2C9-AE0F9285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E5E55-863E-4EC8-8655-82457039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main.c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1677-CBA4-4409-9242-AE45669B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Parses backup, list and restore arguments.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B3214-20A1-4516-B362-C6EF902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backup.c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ECC14-8C3F-40F7-8049-98CAE1D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Resolves paths, saves snapshots and logs CSV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F31C3-A023-4A64-AA3C-15550157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list.c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7C1B2-A386-499E-979A-3CA58D0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Reads CSV records and groups history by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8A924-E405-483A-8D26-046F1F9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restore.c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B421-0A69-419C-9F44-1224955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Finds versions, invokes fzf and recovers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0BF86-93A9-40B6-87D6-000AE697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668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hash.c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9A147-C207-4CCA-92E7-75489F59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Invokes sha1sum for absolute source paths.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4DD72-0EBC-4E57-91CC-0794674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fsutil.c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14B46-E874-40EA-8CC9-EFF334ED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Creates directories and recursively copies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4499C-5559-4498-B28D-E960067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compress.c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87F54-CFB6-44B2-BFDF-25089E3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Creates and extracts tar archives with optional LZ4.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DFD2C-3BA1-4D50-AE10-85D00D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encrypt.c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E1F8C-C32D-4431-9283-2E385B9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529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Reads passwords and invokes OpenSSL.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56995-3880-46CE-B8B9-51BD5B8F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common.h shares includes and the store suffix. Module headers declare interfaces.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43B4A-499E-4CB8-81A7-F7FA6CA4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CBD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FCBD7"/>
                </a:solidFill>
                <a:latin typeface="Noto Sans"/>
                <a:ea typeface="Noto Sans"/>
                <a:cs typeface="Noto Sans"/>
              </a:rPr>
              <a:t>Makefile handles build and cleanup. Presentations/ stores project decks.</a:t>
            </a:r>
          </a:p>
        </p:txBody>
      </p:sp>
    </p:spTree>
    <p:extLst>
      <p:ext uri="{BB962C8B-B14F-4D97-AF65-F5344CB8AC3E}">
        <p14:creationId xmlns:p14="http://schemas.microsoft.com/office/powerpoint/2010/main" val="1085185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20273b5124b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476C9-B279-4891-8549-E477D44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defRPr>
            </a:pPr>
            <a:r>
              <a:rPr sz="3300" b="0">
                <a:solidFill>
                  <a:srgbClr val="F5F1E8"/>
                </a:solidFill>
                <a:latin typeface="Noto Serif"/>
                <a:ea typeface="Noto Serif"/>
                <a:cs typeface="Noto Serif"/>
              </a:rPr>
              <a:t>Verification and useful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D330E-61D6-4C91-8BB8-07B32D5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53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43675-37DF-47DD-96B5-CDC11604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Verification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1ACCA-3FA7-40A3-8001-B3D35DD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Use disposable files to exercise each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1. Back up a small file and inspect its stored copy and history.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2. Change the original file.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3. Restore the selected snapshot.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4. Compare the recovered contents.</a:t>
            </a:r>
          </a:p>
          <a:p xmlns:a="http://schemas.openxmlformats.org/drawingml/2006/main">
            <a:pPr>
              <a:def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5. Repeat for directories, compression and encryption.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12A57-DB13-4150-81E3-5823DDC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6B481"/>
                </a:solidFill>
                <a:latin typeface="Noto Sans"/>
                <a:ea typeface="Noto Sans"/>
                <a:cs typeface="Noto Sans"/>
              </a:rPr>
              <a:t>Diagnostic 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5B653-20BE-428F-BBF1-28180E7F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“Couldn’t find”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The backup source could not be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“No backups found”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Check the original path in --list and the HOME value used for the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“Restore cancelled.”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No timestamp was selected.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“Decryption failed”</a:t>
            </a:r>
          </a:p>
          <a:p xmlns:a="http://schemas.openxmlformats.org/drawingml/2006/main">
            <a:pPr>
              <a:def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F5F1E8"/>
                </a:solidFill>
                <a:latin typeface="Noto Sans"/>
                <a:ea typeface="Noto Sans"/>
                <a:cs typeface="Noto Sans"/>
              </a:rPr>
              <a:t>Check the password and archive.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E859-AC33-4262-BEB4-C07D0F4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75D4CA"/>
                </a:solidFill>
                <a:latin typeface="Noto Sans"/>
                <a:ea typeface="Noto Sans"/>
                <a:cs typeface="Noto Sans"/>
              </a:rPr>
              <a:t>Check tool availability with command -v fzf or command -v lz4.</a:t>
            </a:r>
          </a:p>
        </p:txBody>
      </p:sp>
    </p:spTree>
    <p:extLst>
      <p:ext uri="{BB962C8B-B14F-4D97-AF65-F5344CB8AC3E}">
        <p14:creationId xmlns:p14="http://schemas.microsoft.com/office/powerpoint/2010/main" val="2101863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2026-10-07T03:58:35.1430000Z</dcterms:created>
  <dcterms:modified xsi:type="dcterms:W3CDTF">2026-10-07T03:58:35.1430000Z</dcterms:modified>
</coreProperties>
</file>