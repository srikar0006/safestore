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937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252" y="17252"/>
            <a:ext cx="12191695" cy="6858000"/>
          </a:xfrm>
          <a:prstGeom prst="rect">
            <a:avLst/>
          </a:prstGeom>
          <a:solidFill>
            <a:srgbClr val="09182D"/>
          </a:solidFill>
          <a:ln w="12700">
            <a:solidFill>
              <a:srgbClr val="0918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858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SafeStore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13232" y="135331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3FF"/>
                </a:solidFill>
              </a:rPr>
              <a:t>File Backup &amp; Restore Utility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792224"/>
            <a:ext cx="2331720" cy="283464"/>
          </a:xfrm>
          <a:prstGeom prst="roundRect">
            <a:avLst>
              <a:gd name="adj" fmla="val 161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60804"/>
            <a:ext cx="22219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OPERATING SYSTEMS PROJECT</a:t>
            </a:r>
            <a:endParaRPr lang="en-US" sz="97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6492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6EEF9"/>
                </a:solidFill>
              </a:rPr>
              <a:t>A terminal-based utility that protects files using scheduled/manual backups, version history, safe restore, checksum verification, and activity logging.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4672" y="3232404"/>
            <a:ext cx="10716768" cy="1993392"/>
          </a:xfrm>
          <a:prstGeom prst="roundRect">
            <a:avLst>
              <a:gd name="adj" fmla="val 2752"/>
            </a:avLst>
          </a:prstGeom>
          <a:solidFill>
            <a:srgbClr val="13294B"/>
          </a:solidFill>
          <a:ln w="12700">
            <a:solidFill>
              <a:srgbClr val="3555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456432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Team Members &amp; Roll Numbers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24128" y="3913632"/>
            <a:ext cx="2852928" cy="347472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1115568" y="3735324"/>
            <a:ext cx="3264408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FFFFFF"/>
                </a:solidFill>
              </a:rPr>
              <a:t>2510030006 – N Srikar(Team Lead) 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4379976" y="3933473"/>
            <a:ext cx="2852928" cy="347472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1415" y="3735324"/>
            <a:ext cx="311120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FFFFFF"/>
                </a:solidFill>
              </a:rPr>
              <a:t>2510030147 – U Yogendra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7735824" y="3913632"/>
            <a:ext cx="2852928" cy="347472"/>
          </a:xfrm>
          <a:prstGeom prst="roundRect">
            <a:avLst>
              <a:gd name="adj" fmla="val 1052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27264" y="3913632"/>
            <a:ext cx="3340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FFFFFF"/>
                </a:solidFill>
              </a:rPr>
              <a:t>2510030008 – G Pranav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749808" y="5742432"/>
            <a:ext cx="6263640" cy="283464"/>
          </a:xfrm>
          <a:prstGeom prst="roundRect">
            <a:avLst>
              <a:gd name="adj" fmla="val 161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5811012"/>
            <a:ext cx="6153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Core OS concepts: files, directories, permissions, metadata, buffering, process execution</a:t>
            </a:r>
            <a:endParaRPr lang="en-US" sz="970" dirty="0"/>
          </a:p>
        </p:txBody>
      </p:sp>
      <p:sp>
        <p:nvSpPr>
          <p:cNvPr id="22" name="Text 20"/>
          <p:cNvSpPr/>
          <p:nvPr/>
        </p:nvSpPr>
        <p:spPr>
          <a:xfrm>
            <a:off x="11064240" y="632764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BAC7D8"/>
                </a:solidFill>
              </a:rPr>
              <a:t>1/7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9182D"/>
          </a:solidFill>
          <a:ln w="12700">
            <a:solidFill>
              <a:srgbClr val="0918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56616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9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36174"/>
                </a:solidFill>
              </a:rPr>
              <a:t>The issue our OS utility is designed to solve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37376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36174"/>
                </a:solidFill>
              </a:rPr>
              <a:t>OS Project | File Backup &amp; Restore Utility | 2/7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25296"/>
            <a:ext cx="3182112" cy="4690872"/>
          </a:xfrm>
          <a:prstGeom prst="roundRect">
            <a:avLst>
              <a:gd name="adj" fmla="val 1724"/>
            </a:avLst>
          </a:prstGeom>
          <a:solidFill>
            <a:srgbClr val="FFF4E5"/>
          </a:solidFill>
          <a:ln w="12700">
            <a:solidFill>
              <a:srgbClr val="F5D4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1790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⚠️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9182D"/>
                </a:solidFill>
              </a:rPr>
              <a:t>Current 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50592"/>
            <a:ext cx="2542032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</a:rPr>
              <a:t>Students and regular users often store important files in local folders without a reliable recovery method. Manual copy-paste backup is inconsistent, and a single wrong deletion or overwrite can permanently remove useful work.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4645152"/>
            <a:ext cx="2304288" cy="283464"/>
          </a:xfrm>
          <a:prstGeom prst="roundRect">
            <a:avLst>
              <a:gd name="adj" fmla="val 161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4713732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Need: reliable backup + controlled restore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4160520" y="1216152"/>
            <a:ext cx="3493008" cy="4709160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5361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9182D"/>
                </a:solidFill>
              </a:rPr>
              <a:t>Pain Points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98848" y="1993392"/>
            <a:ext cx="269748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4213D"/>
                </a:solidFill>
              </a:rPr>
              <a:t>• No automatic reminder or schedule.
• Old versions are overwritten by new copies.
• Backup corruption is not detected early.
• Users cannot easily track what was backed up.
• Restoring the wrong file may replace newer work.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8001000" y="1216152"/>
            <a:ext cx="3493008" cy="4709160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1536192"/>
            <a:ext cx="2697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9182D"/>
                </a:solidFill>
              </a:rPr>
              <a:t>Proposed Solution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9328" y="1993392"/>
            <a:ext cx="269748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14213D"/>
                </a:solidFill>
              </a:rPr>
              <a:t>• Create timestamped backup versions.
• Store metadata for each backup entry.
• Verify backup using checksum/hash.
• Restore selected version safely.
• Record all actions in readable logs.</a:t>
            </a:r>
            <a:endParaRPr lang="en-US" sz="1380" dirty="0"/>
          </a:p>
        </p:txBody>
      </p:sp>
      <p:sp>
        <p:nvSpPr>
          <p:cNvPr id="19" name="Shape 17"/>
          <p:cNvSpPr/>
          <p:nvPr/>
        </p:nvSpPr>
        <p:spPr>
          <a:xfrm>
            <a:off x="8211312" y="5193792"/>
            <a:ext cx="2834640" cy="283464"/>
          </a:xfrm>
          <a:prstGeom prst="roundRect">
            <a:avLst>
              <a:gd name="adj" fmla="val 161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66176" y="5262372"/>
            <a:ext cx="2724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Scope: terminal-based, simple, feasible, OS-oriented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9182D"/>
          </a:solidFill>
          <a:ln w="12700">
            <a:solidFill>
              <a:srgbClr val="0918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56616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9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36174"/>
                </a:solidFill>
              </a:rPr>
              <a:t>What the project aims to implement and demonstrate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37376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36174"/>
                </a:solidFill>
              </a:rPr>
              <a:t>OS Project | File Backup &amp; Restore Utility | 3/7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5175504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138074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476756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35608" y="1408176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09182D"/>
                </a:solidFill>
              </a:rPr>
              <a:t>Backup selected files/folders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1435608" y="1746504"/>
            <a:ext cx="39136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174"/>
                </a:solidFill>
              </a:rPr>
              <a:t>Use buffered file copying and directory traversal to save data into a backup location.</a:t>
            </a:r>
            <a:endParaRPr lang="en-US" sz="1170" dirty="0"/>
          </a:p>
        </p:txBody>
      </p:sp>
      <p:sp>
        <p:nvSpPr>
          <p:cNvPr id="12" name="Shape 10"/>
          <p:cNvSpPr/>
          <p:nvPr/>
        </p:nvSpPr>
        <p:spPr>
          <a:xfrm>
            <a:off x="6245352" y="1170432"/>
            <a:ext cx="5175504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83096" y="1380744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1476756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86600" y="1408176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09182D"/>
                </a:solidFill>
              </a:rPr>
              <a:t>Maintain version history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7086600" y="1746504"/>
            <a:ext cx="39136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174"/>
                </a:solidFill>
              </a:rPr>
              <a:t>Generate timestamp-based backup folders/files so previous versions are not lost.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594360" y="2770632"/>
            <a:ext cx="5175504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" y="2980944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" y="3076956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435608" y="3008376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09182D"/>
                </a:solidFill>
              </a:rPr>
              <a:t>Restore safely</a:t>
            </a:r>
            <a:endParaRPr lang="en-US" sz="1580" dirty="0"/>
          </a:p>
        </p:txBody>
      </p:sp>
      <p:sp>
        <p:nvSpPr>
          <p:cNvPr id="21" name="Text 19"/>
          <p:cNvSpPr/>
          <p:nvPr/>
        </p:nvSpPr>
        <p:spPr>
          <a:xfrm>
            <a:off x="1435608" y="3346704"/>
            <a:ext cx="39136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174"/>
                </a:solidFill>
              </a:rPr>
              <a:t>Allow the user to choose a backup version and restore it with overwrite warnings.</a:t>
            </a:r>
            <a:endParaRPr lang="en-US" sz="1170" dirty="0"/>
          </a:p>
        </p:txBody>
      </p:sp>
      <p:sp>
        <p:nvSpPr>
          <p:cNvPr id="22" name="Shape 20"/>
          <p:cNvSpPr/>
          <p:nvPr/>
        </p:nvSpPr>
        <p:spPr>
          <a:xfrm>
            <a:off x="6245352" y="2770632"/>
            <a:ext cx="5175504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83096" y="2980944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3096" y="3076956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86600" y="3008376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09182D"/>
                </a:solidFill>
              </a:rPr>
              <a:t>Verify integrity</a:t>
            </a:r>
            <a:endParaRPr lang="en-US" sz="1580" dirty="0"/>
          </a:p>
        </p:txBody>
      </p:sp>
      <p:sp>
        <p:nvSpPr>
          <p:cNvPr id="26" name="Text 24"/>
          <p:cNvSpPr/>
          <p:nvPr/>
        </p:nvSpPr>
        <p:spPr>
          <a:xfrm>
            <a:off x="7086600" y="3346704"/>
            <a:ext cx="39136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174"/>
                </a:solidFill>
              </a:rPr>
              <a:t>Compare checksum/hash values to identify incomplete or corrupted backup copies.</a:t>
            </a:r>
            <a:endParaRPr lang="en-US" sz="1170" dirty="0"/>
          </a:p>
        </p:txBody>
      </p:sp>
      <p:sp>
        <p:nvSpPr>
          <p:cNvPr id="27" name="Shape 25"/>
          <p:cNvSpPr/>
          <p:nvPr/>
        </p:nvSpPr>
        <p:spPr>
          <a:xfrm>
            <a:off x="594360" y="4370832"/>
            <a:ext cx="5175504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" y="4581144"/>
            <a:ext cx="438912" cy="43891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" y="4677156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435608" y="4608576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09182D"/>
                </a:solidFill>
              </a:rPr>
              <a:t>Handle errors cleanly</a:t>
            </a:r>
            <a:endParaRPr lang="en-US" sz="1580" dirty="0"/>
          </a:p>
        </p:txBody>
      </p:sp>
      <p:sp>
        <p:nvSpPr>
          <p:cNvPr id="31" name="Text 29"/>
          <p:cNvSpPr/>
          <p:nvPr/>
        </p:nvSpPr>
        <p:spPr>
          <a:xfrm>
            <a:off x="1435608" y="4946904"/>
            <a:ext cx="39136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174"/>
                </a:solidFill>
              </a:rPr>
              <a:t>Show understandable messages for missing paths, permission errors, invalid input, and failed operations.</a:t>
            </a:r>
            <a:endParaRPr lang="en-US" sz="1170" dirty="0"/>
          </a:p>
        </p:txBody>
      </p:sp>
      <p:sp>
        <p:nvSpPr>
          <p:cNvPr id="32" name="Shape 30"/>
          <p:cNvSpPr/>
          <p:nvPr/>
        </p:nvSpPr>
        <p:spPr>
          <a:xfrm>
            <a:off x="6245352" y="4370832"/>
            <a:ext cx="5175504" cy="1152144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3096" y="4581144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83096" y="4677156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6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086600" y="4608576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80" b="1" dirty="0">
                <a:solidFill>
                  <a:srgbClr val="09182D"/>
                </a:solidFill>
              </a:rPr>
              <a:t>Generate useful logs</a:t>
            </a:r>
            <a:endParaRPr lang="en-US" sz="1580" dirty="0"/>
          </a:p>
        </p:txBody>
      </p:sp>
      <p:sp>
        <p:nvSpPr>
          <p:cNvPr id="36" name="Text 34"/>
          <p:cNvSpPr/>
          <p:nvPr/>
        </p:nvSpPr>
        <p:spPr>
          <a:xfrm>
            <a:off x="7086600" y="4946904"/>
            <a:ext cx="39136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70" dirty="0">
                <a:solidFill>
                  <a:srgbClr val="536174"/>
                </a:solidFill>
              </a:rPr>
              <a:t>Maintain operation logs containing action type, file path, time, result, and error reason.</a:t>
            </a:r>
            <a:endParaRPr lang="en-US" sz="1170" dirty="0"/>
          </a:p>
        </p:txBody>
      </p:sp>
      <p:sp>
        <p:nvSpPr>
          <p:cNvPr id="37" name="Shape 35"/>
          <p:cNvSpPr/>
          <p:nvPr/>
        </p:nvSpPr>
        <p:spPr>
          <a:xfrm>
            <a:off x="2907792" y="6153912"/>
            <a:ext cx="6355080" cy="283464"/>
          </a:xfrm>
          <a:prstGeom prst="roundRect">
            <a:avLst>
              <a:gd name="adj" fmla="val 161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62656" y="6222492"/>
            <a:ext cx="6245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Outcome-oriented objectives: each one can be demonstrated in the final execution</a:t>
            </a:r>
            <a:endParaRPr lang="en-US" sz="9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9182D"/>
          </a:solidFill>
          <a:ln w="12700">
            <a:solidFill>
              <a:srgbClr val="0918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56616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9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36174"/>
                </a:solidFill>
              </a:rPr>
              <a:t>Technologies, tools, and OS concepts used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37376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36174"/>
                </a:solidFill>
              </a:rPr>
              <a:t>OS Project | File Backup &amp; Restore Utility | 4/7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" y="1170432"/>
            <a:ext cx="3547872" cy="4526280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453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89888" y="148132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9182D"/>
                </a:solidFill>
              </a:rPr>
              <a:t>Implementation Tools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1993392"/>
            <a:ext cx="274320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4213D"/>
                </a:solidFill>
              </a:rPr>
              <a:t>• C language for system-level implementation.
• GCC compiler for building the program.
• Makefile for repeatable compilation.
• Ubuntu / WSL Linux environment.
• Terminal interface for menu-driven usage.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4443984" y="1170432"/>
            <a:ext cx="3547872" cy="4526280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453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230368" y="148132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9182D"/>
                </a:solidFill>
              </a:rPr>
              <a:t>OS Concepts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36592" y="1993392"/>
            <a:ext cx="274320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4213D"/>
                </a:solidFill>
              </a:rPr>
              <a:t>• System calls: open, read, write, close.
• Directory handling: opendir, readdir, mkdir.
• Metadata access: stat for size/time/permissions.
• Buffered I/O to copy large files efficiently.
• Permission and path error handling.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8284464" y="1170432"/>
            <a:ext cx="3273552" cy="4526280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1453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70848" y="1481328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9182D"/>
                </a:solidFill>
              </a:rPr>
              <a:t>Support Features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77072" y="1993392"/>
            <a:ext cx="2487168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4213D"/>
                </a:solidFill>
              </a:rPr>
              <a:t>• Checksum/hash verification.
• Text/CSV log files for actions.
• Configuration file for backup settings.
• Test folders with sample files.
• Optional simple file conversion module.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2194560" y="5989320"/>
            <a:ext cx="7772400" cy="283464"/>
          </a:xfrm>
          <a:prstGeom prst="roundRect">
            <a:avLst>
              <a:gd name="adj" fmla="val 161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9424" y="6057900"/>
            <a:ext cx="7662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Chosen stack keeps the project OS-focused and implementable within a short timeline</a:t>
            </a:r>
            <a:endParaRPr lang="en-US" sz="9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9182D"/>
          </a:solidFill>
          <a:ln w="12700">
            <a:solidFill>
              <a:srgbClr val="0918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56616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9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Outcome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36174"/>
                </a:solidFill>
              </a:rPr>
              <a:t>What will be available at the end of the project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37376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36174"/>
                </a:solidFill>
              </a:rPr>
              <a:t>OS Project | File Backup &amp; Restore Utility | 5/7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143000"/>
            <a:ext cx="3886200" cy="4526280"/>
          </a:xfrm>
          <a:prstGeom prst="roundRect">
            <a:avLst>
              <a:gd name="adj" fmla="val 1412"/>
            </a:avLst>
          </a:prstGeom>
          <a:solidFill>
            <a:srgbClr val="09182D"/>
          </a:solidFill>
          <a:ln w="12700">
            <a:solidFill>
              <a:srgbClr val="0918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508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81328" y="15361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Final Deliverable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87552" y="2075688"/>
            <a:ext cx="3072384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D8E7FF"/>
                </a:solidFill>
              </a:rPr>
              <a:t>A working terminal-based OS utility that can create backup versions, restore a selected version, verify integrity, show metadata, and maintain logs for all operations.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78408" y="3886200"/>
            <a:ext cx="2971800" cy="283464"/>
          </a:xfrm>
          <a:prstGeom prst="roundRect">
            <a:avLst>
              <a:gd name="adj" fmla="val 1612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954780"/>
            <a:ext cx="2862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Demo-ready + source code + report screenshots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978408" y="4370832"/>
            <a:ext cx="2240280" cy="283464"/>
          </a:xfrm>
          <a:prstGeom prst="roundRect">
            <a:avLst>
              <a:gd name="adj" fmla="val 161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4439412"/>
            <a:ext cx="2130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Designed for OS lab evaluation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4983480" y="1143000"/>
            <a:ext cx="2999232" cy="4526280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1808" y="1481328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9182D"/>
                </a:solidFill>
              </a:rPr>
              <a:t>User Benefits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21808" y="1965960"/>
            <a:ext cx="20574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4213D"/>
                </a:solidFill>
              </a:rPr>
              <a:t>• Recover deleted or overwritten files.
• View older versions with timestamps.
• Understand backup success or failure clearly.
• Reduce dependency on manual copy-paste.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8394192" y="1143000"/>
            <a:ext cx="3127248" cy="452628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1481328"/>
            <a:ext cx="2240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9182D"/>
                </a:solidFill>
              </a:rPr>
              <a:t>Evaluation Proof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32520" y="1965960"/>
            <a:ext cx="214884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4213D"/>
                </a:solidFill>
              </a:rPr>
              <a:t>• Sample folder backup test.
• Restore test after deletion.
• Checksum mismatch demonstration.
• Log file screenshot/output.
• Error handling test cases.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1920240" y="6035040"/>
            <a:ext cx="8321040" cy="283464"/>
          </a:xfrm>
          <a:prstGeom prst="roundRect">
            <a:avLst>
              <a:gd name="adj" fmla="val 161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75104" y="6103620"/>
            <a:ext cx="8211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Expected result: practical, easy to demonstrate, and strongly connected to OS file management</a:t>
            </a:r>
            <a:endParaRPr lang="en-US" sz="9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9182D"/>
          </a:solidFill>
          <a:ln w="12700">
            <a:solidFill>
              <a:srgbClr val="0918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56616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9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Modules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36174"/>
                </a:solidFill>
              </a:rPr>
              <a:t>How the utility is divided into manageable parts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37376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36174"/>
                </a:solidFill>
              </a:rPr>
              <a:t>OS Project | File Backup &amp; Restore Utility | 6/7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115568"/>
            <a:ext cx="50292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28930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385316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26464" y="1271016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9182D"/>
                </a:solidFill>
              </a:rPr>
              <a:t>CLI &amp; Input Module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1426464" y="1563624"/>
            <a:ext cx="3794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36174"/>
                </a:solidFill>
              </a:rPr>
              <a:t>Displays menu, validates paths/options, controls program flow.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236208" y="1115568"/>
            <a:ext cx="50292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088" y="1289304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385316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004304" y="1271016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9182D"/>
                </a:solidFill>
              </a:rPr>
              <a:t>Configuration Module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7004304" y="1563624"/>
            <a:ext cx="3794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36174"/>
                </a:solidFill>
              </a:rPr>
              <a:t>Stores backup directory, version limit, and user preferences.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58368" y="2322576"/>
            <a:ext cx="50292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2496312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592324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426464" y="2478024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9182D"/>
                </a:solidFill>
              </a:rPr>
              <a:t>Backup Engine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1426464" y="2770632"/>
            <a:ext cx="3794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36174"/>
                </a:solidFill>
              </a:rPr>
              <a:t>Copies files/folders using buffers and creates timestamped versions.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6236208" y="2322576"/>
            <a:ext cx="50292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19088" y="2496312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2592324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04304" y="2478024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9182D"/>
                </a:solidFill>
              </a:rPr>
              <a:t>Restore Engine</a:t>
            </a:r>
            <a:endParaRPr lang="en-US" sz="1420" dirty="0"/>
          </a:p>
        </p:txBody>
      </p:sp>
      <p:sp>
        <p:nvSpPr>
          <p:cNvPr id="26" name="Text 24"/>
          <p:cNvSpPr/>
          <p:nvPr/>
        </p:nvSpPr>
        <p:spPr>
          <a:xfrm>
            <a:off x="7004304" y="2770632"/>
            <a:ext cx="3794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36174"/>
                </a:solidFill>
              </a:rPr>
              <a:t>Lists available backups and restores the chosen version safely.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658368" y="3529584"/>
            <a:ext cx="50292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370332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3799332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426464" y="3685032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9182D"/>
                </a:solidFill>
              </a:rPr>
              <a:t>Metadata Manager</a:t>
            </a:r>
            <a:endParaRPr lang="en-US" sz="1420" dirty="0"/>
          </a:p>
        </p:txBody>
      </p:sp>
      <p:sp>
        <p:nvSpPr>
          <p:cNvPr id="31" name="Text 29"/>
          <p:cNvSpPr/>
          <p:nvPr/>
        </p:nvSpPr>
        <p:spPr>
          <a:xfrm>
            <a:off x="1426464" y="3977640"/>
            <a:ext cx="3794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36174"/>
                </a:solidFill>
              </a:rPr>
              <a:t>Stores file path, size, modified time, permissions, and backup ID.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6236208" y="3529584"/>
            <a:ext cx="50292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19088" y="3703320"/>
            <a:ext cx="438912" cy="43891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3799332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6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004304" y="3685032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9182D"/>
                </a:solidFill>
              </a:rPr>
              <a:t>Integrity Checker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7004304" y="3977640"/>
            <a:ext cx="3794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36174"/>
                </a:solidFill>
              </a:rPr>
              <a:t>Generates and compares checksum/hash values after backup/restore.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658368" y="4736592"/>
            <a:ext cx="50292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" y="4910328"/>
            <a:ext cx="438912" cy="43891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5006340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7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426464" y="489204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9182D"/>
                </a:solidFill>
              </a:rPr>
              <a:t>Logger &amp; Report Module</a:t>
            </a:r>
            <a:endParaRPr lang="en-US" sz="1420" dirty="0"/>
          </a:p>
        </p:txBody>
      </p:sp>
      <p:sp>
        <p:nvSpPr>
          <p:cNvPr id="41" name="Text 39"/>
          <p:cNvSpPr/>
          <p:nvPr/>
        </p:nvSpPr>
        <p:spPr>
          <a:xfrm>
            <a:off x="1426464" y="5184648"/>
            <a:ext cx="3794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36174"/>
                </a:solidFill>
              </a:rPr>
              <a:t>Writes success, failure, error reason, and time for every action.</a:t>
            </a:r>
            <a:endParaRPr lang="en-US" sz="1070" dirty="0"/>
          </a:p>
        </p:txBody>
      </p:sp>
      <p:sp>
        <p:nvSpPr>
          <p:cNvPr id="42" name="Shape 40"/>
          <p:cNvSpPr/>
          <p:nvPr/>
        </p:nvSpPr>
        <p:spPr>
          <a:xfrm>
            <a:off x="6236208" y="4736592"/>
            <a:ext cx="50292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19088" y="4910328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9088" y="5006340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8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7004304" y="489204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9182D"/>
                </a:solidFill>
              </a:rPr>
              <a:t>Optional Conversion Module</a:t>
            </a:r>
            <a:endParaRPr lang="en-US" sz="1420" dirty="0"/>
          </a:p>
        </p:txBody>
      </p:sp>
      <p:sp>
        <p:nvSpPr>
          <p:cNvPr id="46" name="Text 44"/>
          <p:cNvSpPr/>
          <p:nvPr/>
        </p:nvSpPr>
        <p:spPr>
          <a:xfrm>
            <a:off x="7004304" y="5184648"/>
            <a:ext cx="37947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36174"/>
                </a:solidFill>
              </a:rPr>
              <a:t>Simple conversions such as text-to-PDF/CSV-to-text when feasible.</a:t>
            </a:r>
            <a:endParaRPr lang="en-US" sz="1070" dirty="0"/>
          </a:p>
        </p:txBody>
      </p:sp>
      <p:sp>
        <p:nvSpPr>
          <p:cNvPr id="47" name="Shape 45"/>
          <p:cNvSpPr/>
          <p:nvPr/>
        </p:nvSpPr>
        <p:spPr>
          <a:xfrm>
            <a:off x="2788920" y="6153912"/>
            <a:ext cx="6629400" cy="283464"/>
          </a:xfrm>
          <a:prstGeom prst="roundRect">
            <a:avLst>
              <a:gd name="adj" fmla="val 161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43784" y="6222492"/>
            <a:ext cx="65196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</a:rPr>
              <a:t>Module design keeps implementation simple: each module has one clear responsibility</a:t>
            </a:r>
            <a:endParaRPr lang="en-US" sz="9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09182D"/>
          </a:solidFill>
          <a:ln w="12700">
            <a:solidFill>
              <a:srgbClr val="0918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12064" y="356616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918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Plan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36174"/>
                </a:solidFill>
              </a:rPr>
              <a:t>Timeline and implementation plan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437376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36174"/>
                </a:solidFill>
              </a:rPr>
              <a:t>OS Project | File Backup &amp; Restore Utility | 7/7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57984" y="1847088"/>
            <a:ext cx="1353312" cy="0"/>
          </a:xfrm>
          <a:prstGeom prst="line">
            <a:avLst/>
          </a:prstGeom>
          <a:noFill/>
          <a:ln w="3048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10912" y="1847088"/>
            <a:ext cx="1353312" cy="0"/>
          </a:xfrm>
          <a:prstGeom prst="line">
            <a:avLst/>
          </a:prstGeom>
          <a:noFill/>
          <a:ln w="3048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863840" y="1847088"/>
            <a:ext cx="1353312" cy="0"/>
          </a:xfrm>
          <a:prstGeom prst="line">
            <a:avLst/>
          </a:prstGeom>
          <a:noFill/>
          <a:ln w="3048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389888" y="1417320"/>
            <a:ext cx="804672" cy="8046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162763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88136" y="244144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9182D"/>
                </a:solidFill>
              </a:rPr>
              <a:t>Task 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2834640"/>
            <a:ext cx="226771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072384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2563EB"/>
                </a:solidFill>
              </a:rPr>
              <a:t>Design &amp; Setup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886968" y="3447288"/>
            <a:ext cx="18105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36174"/>
                </a:solidFill>
              </a:rPr>
              <a:t>Finalize requirements, folder structure, sample test data, CLI menu, and config format.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242816" y="1417320"/>
            <a:ext cx="804672" cy="8046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42816" y="162763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41064" y="244144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9182D"/>
                </a:solidFill>
              </a:rPr>
              <a:t>Task 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11296" y="2834640"/>
            <a:ext cx="226771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9896" y="3072384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2563EB"/>
                </a:solidFill>
              </a:rPr>
              <a:t>Backup Core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3739896" y="3447288"/>
            <a:ext cx="18105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36174"/>
                </a:solidFill>
              </a:rPr>
              <a:t>Implement file copy, folder traversal, timestamped versions, metadata storage, and basic error handling.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095744" y="1417320"/>
            <a:ext cx="804672" cy="8046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162763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93992" y="244144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9182D"/>
                </a:solidFill>
              </a:rPr>
              <a:t>Task 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64224" y="2834640"/>
            <a:ext cx="226771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824" y="3072384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2563EB"/>
                </a:solidFill>
              </a:rPr>
              <a:t>Restore + Integrity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6592824" y="3447288"/>
            <a:ext cx="18105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36174"/>
                </a:solidFill>
              </a:rPr>
              <a:t>Implement backup listing, safe restore, checksum verification, and version selection.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9948672" y="1417320"/>
            <a:ext cx="804672" cy="8046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48672" y="162763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646920" y="244144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9182D"/>
                </a:solidFill>
              </a:rPr>
              <a:t>Task </a:t>
            </a:r>
            <a:r>
              <a:rPr lang="en-US" sz="1600" b="1" dirty="0">
                <a:solidFill>
                  <a:srgbClr val="09182D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217152" y="2834640"/>
            <a:ext cx="2267712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45752" y="3072384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2563EB"/>
                </a:solidFill>
              </a:rPr>
              <a:t>Testing &amp; Demo</a:t>
            </a:r>
            <a:endParaRPr lang="en-US" sz="1420" dirty="0"/>
          </a:p>
        </p:txBody>
      </p:sp>
      <p:sp>
        <p:nvSpPr>
          <p:cNvPr id="33" name="Text 31"/>
          <p:cNvSpPr/>
          <p:nvPr/>
        </p:nvSpPr>
        <p:spPr>
          <a:xfrm>
            <a:off x="9445752" y="3447288"/>
            <a:ext cx="18105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36174"/>
                </a:solidFill>
              </a:rPr>
              <a:t>Add logs/reports, test cases, edge cases, screenshots, final PPT/report, and demo script.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932688" y="5257800"/>
            <a:ext cx="10222992" cy="658368"/>
          </a:xfrm>
          <a:prstGeom prst="roundRect">
            <a:avLst>
              <a:gd name="adj" fmla="val 8333"/>
            </a:avLst>
          </a:prstGeom>
          <a:solidFill>
            <a:srgbClr val="EAF2FF"/>
          </a:solidFill>
          <a:ln w="12700">
            <a:solidFill>
              <a:srgbClr val="D7E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4440" y="535838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9182D"/>
                </a:solidFill>
              </a:rPr>
              <a:t>Implementation Strategy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1234440" y="5632704"/>
            <a:ext cx="8915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4213D"/>
                </a:solidFill>
              </a:rPr>
              <a:t>Build small modules first → test separately → integrate → run backup/restore cases → prepare final demonstration.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1009</Words>
  <Application>Microsoft Office PowerPoint</Application>
  <PresentationFormat>Widescreen</PresentationFormat>
  <Paragraphs>126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KLH OS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SafeStore Backup &amp; Restore Utility</dc:title>
  <dc:subject>Operating Systems Project</dc:subject>
  <dc:creator>OpenAI</dc:creator>
  <cp:lastModifiedBy>John</cp:lastModifiedBy>
  <cp:revision>3</cp:revision>
  <dcterms:created xsi:type="dcterms:W3CDTF">2026-08-05T14:55:53Z</dcterms:created>
  <dcterms:modified xsi:type="dcterms:W3CDTF">2026-08-08T04:14:42Z</dcterms:modified>
</cp:coreProperties>
</file>