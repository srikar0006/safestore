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C2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F1C2B"/>
                </a:solidFill>
                <a:latin typeface="Arial"/>
              </a:rPr>
              <a:t>Backup size (MB)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Text set</c:v>
                </c:pt>
              </c:strCache>
            </c:strRef>
          </c:tx>
          <c:spPr>
            <a:solidFill>
              <a:srgbClr val="12A58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D2A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Plain copy</c:v>
                  </c:pt>
                  <c:pt idx="1">
                    <c:v>lz4</c:v>
                  </c:pt>
                  <c:pt idx="2">
                    <c:v>AES</c:v>
                  </c:pt>
                  <c:pt idx="3">
                    <c:v>lz4 + AES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51.7</c:v>
                </c:pt>
                <c:pt idx="1">
                  <c:v>22.3</c:v>
                </c:pt>
                <c:pt idx="2">
                  <c:v>51.9</c:v>
                </c:pt>
                <c:pt idx="3">
                  <c:v>22.3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Binary set</c:v>
                </c:pt>
              </c:strCache>
            </c:strRef>
          </c:tx>
          <c:spPr>
            <a:solidFill>
              <a:srgbClr val="9AA7B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D2A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Plain copy</c:v>
                  </c:pt>
                  <c:pt idx="1">
                    <c:v>lz4</c:v>
                  </c:pt>
                  <c:pt idx="2">
                    <c:v>AES</c:v>
                  </c:pt>
                  <c:pt idx="3">
                    <c:v>lz4 + AES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D2A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F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majorGridlines>
          <c:spPr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D2A36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pitch: SafeStore backs up any file or folder with optional compression and encryption, keeps every version, and restores any version interactively.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do_backup(): resolve path, hash it, timestamp, optionally tar+lz4, optionally AES-256 via OpenSSL with PBKDF2, then log to CSV. The same code path produces four storage formats.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the novelty is in the combination: zero-setup, per-backup choice of compression/encryption, and a restore that figures out the format by itself. Be honest that dedup-based tools are more storage-efficient.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Adaptability shows up at three levels: the user adapts the pipeline per backup, a developer swaps a back-end module, and the tool fits different user groups without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numbers come from running the compiled binary. Text data compressed from 51.7 MB to 22.3 MB. Random data did not compress, which justifies making -c optional. All 8 restores matched the originals exactly. AES adds only a small header and padding.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Accessibility is strong by design: open formats mean nobody is locked in. Dissemination is the weakest area today, so present the concrete plan: README, licence, man page, packages, and a demo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Summarise one point per criterion, then close with future work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1005840" cy="1005840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07442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0574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SafeStore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composable backup &amp; restore utility for Linux, written in C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11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Systems Project  ·  Methodology Review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" y="4526280"/>
            <a:ext cx="5852160" cy="1600200"/>
          </a:xfrm>
          <a:prstGeom prst="roundRect">
            <a:avLst>
              <a:gd name="adj" fmla="val 6857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466344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12A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2510030006  –  N Srikar (Team Lead)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2510030147  –  U Yogendra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2510030008  –  G Pranav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406640" y="4526280"/>
            <a:ext cx="4069080" cy="1600200"/>
          </a:xfrm>
          <a:prstGeom prst="roundRect">
            <a:avLst>
              <a:gd name="adj" fmla="val 6857"/>
            </a:avLst>
          </a:prstGeom>
          <a:solidFill>
            <a:srgbClr val="0A1520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35240" y="466344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9FE3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safestore -b notes/ -c -e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9FE3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safestore -l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9FE3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safestore -r notes/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62179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github.com/srikar0006/safestore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METHODOLOGY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pipeline, four storage modes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realpath()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to an absolute path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2316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sha1(path)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name for the file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484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folder YYYYMMDD-HHMMSS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7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→ lz4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with -c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8388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7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AES-256-CBC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with -e (PBKDF2 + salt)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921240" y="1737360"/>
            <a:ext cx="1691640" cy="1325880"/>
          </a:xfrm>
          <a:prstGeom prst="roundRect">
            <a:avLst>
              <a:gd name="adj" fmla="val 8276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058400" y="184708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0" y="217627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file.csv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252374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timestamp, path, hash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Stored 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A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 path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A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path/  (plain cp -r)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Instant, hand-restorable copies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A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 path -c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A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path.tar.lz4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Text, code, logs (space saving)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A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 path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A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path.tar.enc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Sensitive, already-compressed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A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 path -c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A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path.tar.lz4.enc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text that leaves the machine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7863840" y="3429000"/>
            <a:ext cx="3749040" cy="2103120"/>
          </a:xfrm>
          <a:prstGeom prst="roundRect">
            <a:avLst>
              <a:gd name="adj" fmla="val 5217"/>
            </a:avLst>
          </a:prstGeom>
          <a:solidFill>
            <a:srgbClr val="0F1C2B"/>
          </a:solidFill>
          <a:ln w="12700">
            <a:solidFill>
              <a:srgbClr val="0F1C2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09244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~/.local/share/safestore/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092440" y="3931920"/>
            <a:ext cx="3383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Backup/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└─ &lt;sha1 of path&gt;/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├─ 20260916-010747/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│   └─ notes/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└─ 20260916-010751/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└─ notes.tar.lz4.enc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file.csv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8978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steps are optional and composable; restore reverses the pipeline automatically.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SafeStore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1  ·  NOVELTY OF DEVELOPED METHODOLOGY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new in SafeStore's approach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60020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Path-hash version buckets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9293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a path lives under sha1(abspath)/timestamp, so history is grouped without any database or index.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1576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5328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Self-describing restore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28620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probes file suffixes (.tar.lz4.enc → .tar.enc → .tar.lz4 → .tar → plain) and rebuilds the reverse pipeline with no stored metadata.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4845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snapshot picker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7947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fzf lists every snapshot newest-first; the user selects one visually instead of typing IDs.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4443984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8114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3982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 even after deletion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280160" y="47274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resolve_abspath() rebuilds the original path when the file no longer exists, which is exactly when restore is needed.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5376672"/>
            <a:ext cx="548640" cy="54864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513832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330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Human-readable CSV ledger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1280160" y="566013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log opens in any spreadsheet or grep, unlike the binary repositories of Borg or restic.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1600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against existing tools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2011680"/>
          <a:ext cx="47548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68680"/>
                <a:gridCol w="91440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setup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Opt. crypt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Plain-file store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Pick-list restore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SafeStore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rsync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Borg / restic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Timeshift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2A5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AA7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18"/>
          <p:cNvSpPr txBox="1"/>
          <p:nvPr/>
        </p:nvSpPr>
        <p:spPr>
          <a:xfrm>
            <a:off x="6858000" y="4846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“Zero setup” = no repository init, config file or daemon. Timeshift pick-list is GUI-based. Borg/restic are stronger on deduplication, which SafeStore does not attempt.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SafeStore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2  ·  ADAPTABILITY OF METHODOLOGY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swapped, extended and reused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single-purpose modules, each behind a .h interface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0848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main.c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parsing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2011680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0848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backup.c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377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pipeline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52928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926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restore.c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18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852928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20440" y="2926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list.c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3218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view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compress.c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0599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+ lz4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337560" y="3694176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37673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encrypt.c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0599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/ PBKDF2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35424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4608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hash.c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9011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SHA-1 bucketing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37560" y="4535424"/>
            <a:ext cx="2606040" cy="685800"/>
          </a:xfrm>
          <a:prstGeom prst="roundRect">
            <a:avLst>
              <a:gd name="adj" fmla="val 16000"/>
            </a:avLst>
          </a:prstGeom>
          <a:solidFill>
            <a:srgbClr val="FFF4E2"/>
          </a:solidFill>
          <a:ln w="12700">
            <a:solidFill>
              <a:srgbClr val="FFF4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20440" y="4608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fsutil.c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520440" y="49011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mkdir -p, copy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modules are the swappable back-ends.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92240" y="1600200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4828" y="1732788"/>
            <a:ext cx="265176" cy="26517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7178040" y="15544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Per-backup choice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178040" y="186537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pick speed, size or secrecy per run with -c and -e; no global config to change.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492240" y="2532888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828" y="2665476"/>
            <a:ext cx="265176" cy="265176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7178040" y="248716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Swappable back-ends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7178040" y="27980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lz4 → zstd, or AES-CBC → AES-GCM, is a one-line change in compress.c or encrypt.c.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92240" y="3465576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828" y="3598164"/>
            <a:ext cx="265176" cy="265176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7178040" y="341985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or whole folders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7178040" y="37307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command handles a single note, a project tree, or a config directory.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6492240" y="4398264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828" y="4530852"/>
            <a:ext cx="265176" cy="265176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7178040" y="435254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 foundation</a:t>
            </a:r>
            <a:endParaRPr lang="en-US" sz="1500" dirty="0"/>
          </a:p>
        </p:txBody>
      </p:sp>
      <p:sp>
        <p:nvSpPr>
          <p:cNvPr id="45" name="Text 39"/>
          <p:cNvSpPr txBox="1"/>
          <p:nvPr/>
        </p:nvSpPr>
        <p:spPr>
          <a:xfrm>
            <a:off x="7178040" y="4663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standard tools (tar, lz4, openssl, sha1sum, fzf); runs on Linux and WSL.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6492240" y="5330952"/>
            <a:ext cx="530352" cy="530352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4828" y="5463540"/>
            <a:ext cx="265176" cy="265176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7178040" y="528523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user groups</a:t>
            </a:r>
            <a:endParaRPr lang="en-US" sz="1500" dirty="0"/>
          </a:p>
        </p:txBody>
      </p:sp>
      <p:sp>
        <p:nvSpPr>
          <p:cNvPr id="49" name="Text 42"/>
          <p:cNvSpPr txBox="1"/>
          <p:nvPr/>
        </p:nvSpPr>
        <p:spPr>
          <a:xfrm>
            <a:off x="7178040" y="55961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Students' assignments, developers' repos, admins' /etc snapshots before an upgrade.</a:t>
            </a:r>
            <a:endParaRPr lang="en-US" sz="1300" dirty="0"/>
          </a:p>
        </p:txBody>
      </p:sp>
      <p:sp>
        <p:nvSpPr>
          <p:cNvPr id="50" name="Text 43"/>
          <p:cNvSpPr txBox="1"/>
          <p:nvPr/>
        </p:nvSpPr>
        <p:spPr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SafeStore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3  ·  METHODOLOGY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results: storage and integrity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291840" cy="4526280"/>
          </a:xfrm>
          <a:prstGeom prst="roundRect">
            <a:avLst>
              <a:gd name="adj" fmla="val 3333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setup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2926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set: 200 log files + source code, 51.7 MB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set: 50 MB of random bytes (incompressible)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set backed up in all 4 modes, deleted, then restored from every snapshot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checked by comparing SHA-1 of every file before and after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-O2, lz4 and OpenSSL 3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0" y="1508760"/>
          <a:ext cx="4663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9052560" y="155448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35440" y="16642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23591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backup for text data with lz4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052560" y="3090672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0F3EF"/>
          </a:solidFill>
          <a:ln w="12700">
            <a:solidFill>
              <a:srgbClr val="E0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235440" y="32004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9235440" y="38953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restores bit-identical (SHA-1 match)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4626864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47365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F6F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54315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on random data, so -c is optional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6144768"/>
            <a:ext cx="7543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50 MB backup finished in under 0.25 s (warm cache). Wrong passwords were rejected by OpenSSL.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SafeStore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4  ·  DISSEMINATION AND ACCESSIBILITY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get, easy to run, easy to read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today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" y="213741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9751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GitHub repository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2677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Makefile, prebuilt binary and review slides in one place.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" y="296037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79806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One-command build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30906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produces the binary; no config file, daemon or repository init.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" y="3783330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362102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readable codebase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234440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490 lines of C across 8 modules; auditable in one sitting.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" y="4606290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44439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Open, standard formats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1234440" y="47365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are plain folders, .tar, .lz4 or OpenSSL files; the log is CSV.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EEF4F3"/>
          </a:solidFill>
          <a:ln w="12700">
            <a:solidFill>
              <a:srgbClr val="EEF4F3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370" y="5429250"/>
            <a:ext cx="251460" cy="25146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34440" y="52669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Recoverable without SafeStore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1234440" y="5559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Linux user can restore by hand with cp, tar, lz4 and openssl.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6400800" y="1554480"/>
            <a:ext cx="5257800" cy="4617720"/>
          </a:xfrm>
          <a:prstGeom prst="roundRect">
            <a:avLst>
              <a:gd name="adj" fmla="val 2376"/>
            </a:avLst>
          </a:prstGeom>
          <a:solidFill>
            <a:srgbClr val="0F1C2B"/>
          </a:solidFill>
          <a:ln w="12700">
            <a:solidFill>
              <a:srgbClr val="0F1C2B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Dissemination plan</a:t>
            </a:r>
            <a:endParaRPr lang="en-US" sz="1600" dirty="0"/>
          </a:p>
        </p:txBody>
      </p:sp>
      <p:sp>
        <p:nvSpPr>
          <p:cNvPr id="27" name="Shape 20"/>
          <p:cNvSpPr/>
          <p:nvPr/>
        </p:nvSpPr>
        <p:spPr>
          <a:xfrm>
            <a:off x="6675120" y="229514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675120" y="2295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7178040" y="22219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+ usage examples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178040" y="24963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 currently has no description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6675120" y="293522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675120" y="2935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7178040" y="28620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licence (MIT)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7178040" y="31363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others legally reuse and fork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6675120" y="357530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675120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7178040" y="35021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 page and --help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7178040" y="37764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documentation in the terminal</a:t>
            </a:r>
            <a:endParaRPr lang="en-US" sz="1200" dirty="0"/>
          </a:p>
        </p:txBody>
      </p:sp>
      <p:sp>
        <p:nvSpPr>
          <p:cNvPr id="39" name="Shape 32"/>
          <p:cNvSpPr/>
          <p:nvPr/>
        </p:nvSpPr>
        <p:spPr>
          <a:xfrm>
            <a:off x="6675120" y="421538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675120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7178040" y="41422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Packages: .deb and AUR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7178040" y="441655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with apt or yay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6675120" y="485546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675120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5" name="Text 38"/>
          <p:cNvSpPr txBox="1"/>
          <p:nvPr/>
        </p:nvSpPr>
        <p:spPr>
          <a:xfrm>
            <a:off x="7178040" y="47823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 + GitHub release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7178040" y="50566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version with changelog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675120" y="5495544"/>
            <a:ext cx="329184" cy="329184"/>
          </a:xfrm>
          <a:prstGeom prst="ellipse">
            <a:avLst/>
          </a:prstGeom>
          <a:solidFill>
            <a:srgbClr val="12A58C"/>
          </a:solidFill>
          <a:ln w="12700">
            <a:solidFill>
              <a:srgbClr val="12A58C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675120" y="5495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9" name="Text 42"/>
          <p:cNvSpPr txBox="1"/>
          <p:nvPr/>
        </p:nvSpPr>
        <p:spPr>
          <a:xfrm>
            <a:off x="7178040" y="54223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check at start-up</a:t>
            </a:r>
            <a:endParaRPr lang="en-US" sz="1400" dirty="0"/>
          </a:p>
        </p:txBody>
      </p:sp>
      <p:sp>
        <p:nvSpPr>
          <p:cNvPr id="50" name="Text 43"/>
          <p:cNvSpPr txBox="1"/>
          <p:nvPr/>
        </p:nvSpPr>
        <p:spPr>
          <a:xfrm>
            <a:off x="7178040" y="5696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message if lz4 / fzf missing</a:t>
            </a:r>
            <a:endParaRPr lang="en-US" sz="1200" dirty="0"/>
          </a:p>
        </p:txBody>
      </p:sp>
      <p:sp>
        <p:nvSpPr>
          <p:cNvPr id="51" name="Text 44"/>
          <p:cNvSpPr txBox="1"/>
          <p:nvPr/>
        </p:nvSpPr>
        <p:spPr>
          <a:xfrm>
            <a:off x="8869680" y="6419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SafeStore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3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per-backup pipeline with a restore that detects its own format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747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7033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Adaptability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3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swappable modules, file or folder, many user groups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3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space saving on text data and 8/8 bit-identical restores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61120" y="17830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182A3D"/>
          </a:solidFill>
          <a:ln w="12700">
            <a:solidFill>
              <a:srgbClr val="182A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Dissemination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89720" y="242316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3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repo, open formats; README, licence and packages next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A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93776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into a temp folder first, then swap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policy (keep last N) and deduplication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backups with cron / systemd timers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539496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 ·  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SafeStore – Backup &amp; Restore Utility</dc:title>
  <dc:subject>PptxGenJS Presentation</dc:subject>
  <dc:creator>PptxGenJS</dc:creator>
  <cp:lastModifiedBy>PptxGenJS</cp:lastModifiedBy>
  <cp:revision>1</cp:revision>
  <dcterms:created xsi:type="dcterms:W3CDTF">2026-09-16T01:16:22Z</dcterms:created>
  <dcterms:modified xsi:type="dcterms:W3CDTF">2026-09-16T01:16:22Z</dcterms:modified>
</cp:coreProperties>
</file>